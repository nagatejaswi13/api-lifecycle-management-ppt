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5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47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073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130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25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400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130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06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557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6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7673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254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1002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051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80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46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D1945-80FE-40CD-92D7-2D9F9A5A50F0}" type="datetimeFigureOut">
              <a:rPr lang="en-IN" smtClean="0"/>
              <a:t>16-12-2021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E088C5E-CAD1-45E4-B6E5-034DBAC51B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73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DC183-8E96-4077-8503-5371F6591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1864602"/>
            <a:ext cx="9073706" cy="1646302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API - LIFECYCLE 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FD664-801C-404E-B47C-62648B9F4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3648" y="3955039"/>
            <a:ext cx="7766936" cy="1096899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NagaTejaswi</a:t>
            </a:r>
          </a:p>
        </p:txBody>
      </p:sp>
    </p:spTree>
    <p:extLst>
      <p:ext uri="{BB962C8B-B14F-4D97-AF65-F5344CB8AC3E}">
        <p14:creationId xmlns:p14="http://schemas.microsoft.com/office/powerpoint/2010/main" val="2622699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63034E-BDB9-4EF7-8896-6F6BDD4D3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200000"/>
              </a:lnSpc>
            </a:pPr>
            <a:r>
              <a:rPr lang="en-IN" sz="3600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</a:rPr>
              <a:t>3- Stages in API life cycle</a:t>
            </a:r>
            <a:endParaRPr lang="en-IN" dirty="0">
              <a:ln w="0"/>
              <a:solidFill>
                <a:srgbClr val="00B0F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48AD5-4620-47A9-B792-6B0E1E362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  Analysing requirements, Creating logical data models etc.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Simulate: API operations, resources, methods etc.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Feedback: Publish and receive developers feedback.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Validate: Update according to feedback.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288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BAA7C-15F3-429B-94F5-487A5746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FFF2-6200-406E-A0A7-6534674F4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Orchestration: Planning elements situation to produce desired effect.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Routing: Message passing.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Transformation: Converting application based message to canonical format and vice versa.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 Building API network.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67821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F6E10-E727-4426-887B-1AFE0025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Management: Ensuring security and applying policies to our API.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 shoot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4152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ull lifecycle api management design">
            <a:extLst>
              <a:ext uri="{FF2B5EF4-FFF2-40B4-BE49-F238E27FC236}">
                <a16:creationId xmlns:a16="http://schemas.microsoft.com/office/drawing/2014/main" id="{C80AB4D0-ED2F-4D7A-B2A0-EAD0D6D7B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42900"/>
            <a:ext cx="12192000" cy="7336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662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F637F-3536-40F0-879F-28E2BB4DA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3CEA3-4D97-42D9-99C1-32DC8FF9D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2949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161</TotalTime>
  <Words>106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Times New Roman</vt:lpstr>
      <vt:lpstr>Trebuchet MS</vt:lpstr>
      <vt:lpstr>Wingdings 3</vt:lpstr>
      <vt:lpstr>Facet</vt:lpstr>
      <vt:lpstr>API - LIFECYCLE  MANAGEMENT</vt:lpstr>
      <vt:lpstr>3- Stages in API life cycle</vt:lpstr>
      <vt:lpstr>PowerPoint Presentation</vt:lpstr>
      <vt:lpstr>PowerPoint Presentation</vt:lpstr>
      <vt:lpstr>PowerPoint Presentation</vt:lpstr>
      <vt:lpstr>THANKYOU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- LIFECYCLE  MANAGEMENT</dc:title>
  <dc:creator>NagaTejaswi Thotapalli</dc:creator>
  <cp:lastModifiedBy>NagaTejaswi Thotapalli</cp:lastModifiedBy>
  <cp:revision>1</cp:revision>
  <dcterms:created xsi:type="dcterms:W3CDTF">2021-12-16T08:55:58Z</dcterms:created>
  <dcterms:modified xsi:type="dcterms:W3CDTF">2021-12-16T11:37:40Z</dcterms:modified>
</cp:coreProperties>
</file>